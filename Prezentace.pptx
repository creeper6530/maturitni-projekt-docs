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57" r:id="rId4"/>
    <p:sldId id="261" r:id="rId5"/>
    <p:sldId id="263" r:id="rId6"/>
    <p:sldId id="258" r:id="rId7"/>
    <p:sldId id="262" r:id="rId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632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8/10/relationships/authors" Target="authors.xml"/></Relationships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</a:t>
            </a:r>
            <a:r>
              <a:rPr lang="cs-CZ"/>
              <a:t>generické parametry </a:t>
            </a:r>
            <a:r>
              <a:rPr lang="cs-CZ" dirty="0"/>
              <a:t>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univerzální rozhraní (drivery atd.)</a:t>
            </a:r>
          </a:p>
          <a:p>
            <a:endParaRPr lang="cs-CZ" dirty="0"/>
          </a:p>
          <a:p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Postfixová notace</a:t>
            </a:r>
            <a:endParaRPr lang="cs-CZ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= zpětná polská notace (RPN)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 dirty="0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 dirty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4×+ 5÷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 xmlns="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0"/>
            <a:ext cx="4643120" cy="297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s-CZ" dirty="0" err="1"/>
              <a:t>Trait</a:t>
            </a:r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cs-CZ" sz="2000" dirty="0"/>
              <a:t>„rys, vlastnost, příznak“</a:t>
            </a:r>
          </a:p>
          <a:p>
            <a:r>
              <a:rPr lang="cs-CZ" sz="2000" dirty="0"/>
              <a:t>Definují abstraktní chování datových typů</a:t>
            </a:r>
          </a:p>
          <a:p>
            <a:pPr lvl="1"/>
            <a:r>
              <a:rPr lang="cs-CZ" sz="1600" dirty="0"/>
              <a:t>Vlastnosti, metody (funkce na typy)</a:t>
            </a:r>
          </a:p>
          <a:p>
            <a:r>
              <a:rPr lang="cs-CZ" sz="2000" dirty="0"/>
              <a:t>Funkce „univerzální“ přes různé typy</a:t>
            </a:r>
          </a:p>
          <a:p>
            <a:pPr lvl="1"/>
            <a:r>
              <a:rPr lang="cs-CZ" sz="1600" dirty="0" err="1"/>
              <a:t>Traity</a:t>
            </a:r>
            <a:r>
              <a:rPr lang="cs-CZ" sz="1600" dirty="0"/>
              <a:t> omezují generické parametry</a:t>
            </a:r>
          </a:p>
          <a:p>
            <a:endParaRPr lang="en-US" sz="20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172202" y="365125"/>
            <a:ext cx="5392420" cy="612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1691</TotalTime>
  <Words>855</Words>
  <Application>Microsoft Office PowerPoint</Application>
  <PresentationFormat>Widescreen</PresentationFormat>
  <Paragraphs>94</Paragraphs>
  <Slides>7</Slides>
  <Notes>6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Trait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105</cp:revision>
  <dcterms:created xsi:type="dcterms:W3CDTF">2026-03-24T10:48:56Z</dcterms:created>
  <dcterms:modified xsi:type="dcterms:W3CDTF">2026-03-29T18:50:07Z</dcterms:modified>
</cp:coreProperties>
</file>