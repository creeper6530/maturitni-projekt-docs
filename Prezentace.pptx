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57" r:id="rId4"/>
    <p:sldId id="261" r:id="rId5"/>
    <p:sldId id="263" r:id="rId6"/>
    <p:sldId id="258" r:id="rId7"/>
    <p:sldId id="262" r:id="rId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02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1428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B, ale tím, čím se odlišuje...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jsou „rysy“, „vlastnosti“ nebo „příznaky“ typů definující sdílené chování a rozhraní = vlastnosti a funkce pracující s danými typy</a:t>
            </a:r>
          </a:p>
          <a:p>
            <a:endParaRPr lang="cs-CZ" dirty="0"/>
          </a:p>
          <a:p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28.03.2026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Postfixová notace</a:t>
            </a:r>
            <a:endParaRPr lang="cs-CZ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(RPN)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 dirty="0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 dirty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4×+ 5÷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0"/>
            <a:ext cx="4643120" cy="297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 err="1"/>
              <a:t>Trait</a:t>
            </a:r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cs-CZ" sz="2000" dirty="0"/>
              <a:t>„rys, vlastnost, příznak“</a:t>
            </a:r>
          </a:p>
          <a:p>
            <a:r>
              <a:rPr lang="cs-CZ" sz="2000" dirty="0" err="1"/>
              <a:t>Aaa</a:t>
            </a:r>
            <a:endParaRPr lang="en-US" sz="20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172202" y="365125"/>
            <a:ext cx="5392420" cy="612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1500</TotalTime>
  <Words>702</Words>
  <Application>Microsoft Office PowerPoint</Application>
  <PresentationFormat>Widescreen</PresentationFormat>
  <Paragraphs>81</Paragraphs>
  <Slides>7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Trait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84</cp:revision>
  <dcterms:created xsi:type="dcterms:W3CDTF">2026-03-24T10:48:56Z</dcterms:created>
  <dcterms:modified xsi:type="dcterms:W3CDTF">2026-03-29T15:22:22Z</dcterms:modified>
</cp:coreProperties>
</file>