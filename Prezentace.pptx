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30" autoAdjust="0"/>
  </p:normalViewPr>
  <p:slideViewPr>
    <p:cSldViewPr snapToGrid="0">
      <p:cViewPr varScale="1">
        <p:scale>
          <a:sx n="97" d="100"/>
          <a:sy n="97" d="100"/>
        </p:scale>
        <p:origin x="10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24.03.2026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Postfixová notace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= zpětná polská notace (RPN)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cs-CZ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3⇒</m:t>
                    </m:r>
                    <m:r>
                      <a:rPr lang="cs-CZ" i="1" dirty="0" smtClean="0">
                        <a:latin typeface="Cambria Math" panose="02040503050406030204" pitchFamily="18" charset="0"/>
                      </a:rPr>
                      <m:t>1 2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 3</m:t>
                    </m:r>
                    <m:r>
                      <a:rPr lang="cs-CZ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3⇒1 2+3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</a:pPr>
                <a:r>
                  <a:rPr lang="cs-CZ" dirty="0"/>
                  <a:t>&lt;další příklady&gt;</a:t>
                </a:r>
              </a:p>
            </p:txBody>
          </p:sp>
        </mc:Choice>
        <mc:Fallback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94</Words>
  <Application>Microsoft Office PowerPoint</Application>
  <PresentationFormat>Širokoúhlá obrazovka</PresentationFormat>
  <Paragraphs>16</Paragraphs>
  <Slides>3</Slides>
  <Notes>2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Motiv Office</vt:lpstr>
      <vt:lpstr>Kalkulačka v postfixové notaci na čipu RP2040</vt:lpstr>
      <vt:lpstr>Postfixová notace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15</cp:revision>
  <dcterms:created xsi:type="dcterms:W3CDTF">2026-03-24T10:48:56Z</dcterms:created>
  <dcterms:modified xsi:type="dcterms:W3CDTF">2026-03-24T11:32:53Z</dcterms:modified>
</cp:coreProperties>
</file>